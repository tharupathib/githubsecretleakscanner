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ublic Sans Bold" charset="1" panose="00000000000000000000"/>
      <p:regular r:id="rId15"/>
    </p:embeddedFont>
    <p:embeddedFont>
      <p:font typeface="Playfair Display" charset="1" panose="00000500000000000000"/>
      <p:regular r:id="rId16"/>
    </p:embeddedFont>
    <p:embeddedFont>
      <p:font typeface="Public Sans" charset="1" panose="00000000000000000000"/>
      <p:regular r:id="rId17"/>
    </p:embeddedFont>
    <p:embeddedFont>
      <p:font typeface="Times New Roman MT Condensed Bold" charset="1" panose="02030806070405020303"/>
      <p:regular r:id="rId18"/>
    </p:embeddedFont>
    <p:embeddedFont>
      <p:font typeface="Playfair Display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890556" y="638299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8843" y="2134079"/>
            <a:ext cx="2014033" cy="2014033"/>
          </a:xfrm>
          <a:custGeom>
            <a:avLst/>
            <a:gdLst/>
            <a:ahLst/>
            <a:cxnLst/>
            <a:rect r="r" b="b" t="t" l="l"/>
            <a:pathLst>
              <a:path h="2014033" w="2014033">
                <a:moveTo>
                  <a:pt x="0" y="0"/>
                </a:moveTo>
                <a:lnTo>
                  <a:pt x="2014033" y="0"/>
                </a:lnTo>
                <a:lnTo>
                  <a:pt x="2014033" y="2014033"/>
                </a:lnTo>
                <a:lnTo>
                  <a:pt x="0" y="2014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SECRET SCANNER AND LEAKAGE HUNTER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GitHub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Tharupathi Bandaranayake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Cybersecurity Undergraduate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10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0928" y="1296361"/>
            <a:ext cx="9509685" cy="29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Together, we can bridge the gap between data exposure and digital trust.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0928" y="5000625"/>
            <a:ext cx="11116419" cy="212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b="true" sz="3914" spc="54">
                <a:solidFill>
                  <a:srgbClr val="2B2C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LeakScanner empowers organizations </a:t>
            </a:r>
          </a:p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b="true" sz="3914" spc="54">
                <a:solidFill>
                  <a:srgbClr val="2B2C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To detect and prevent code and credential leaks, </a:t>
            </a:r>
          </a:p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b="true" sz="3914" spc="54">
                <a:solidFill>
                  <a:srgbClr val="2B2C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Ensuring technology access remains secure and responsible.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890556" y="638299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6407" y="2172020"/>
            <a:ext cx="14412774" cy="63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5"/>
              </a:lnSpc>
            </a:pPr>
            <a:r>
              <a:rPr lang="en-US" sz="4303" spc="2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revolutionize how organizations secure their digital assets by making leak detection accessible, intelligent, and </a:t>
            </a:r>
            <a:r>
              <a:rPr lang="en-US" sz="4303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privacy first.</a:t>
            </a:r>
          </a:p>
          <a:p>
            <a:pPr algn="l">
              <a:lnSpc>
                <a:spcPts val="5595"/>
              </a:lnSpc>
            </a:pPr>
            <a:r>
              <a:rPr lang="en-US" sz="4303" spc="2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Through </a:t>
            </a:r>
            <a:r>
              <a:rPr lang="en-US" sz="4303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collaboration, automation, and innovation</a:t>
            </a:r>
            <a:r>
              <a:rPr lang="en-US" sz="4303" spc="2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</a:t>
            </a:r>
            <a:r>
              <a:rPr lang="en-US" sz="4303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LeakScanner </a:t>
            </a:r>
            <a:r>
              <a:rPr lang="en-US" sz="4303" spc="2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empowers businesses to identify exposed secrets and protect their reputation before breaches occur.</a:t>
            </a:r>
          </a:p>
          <a:p>
            <a:pPr algn="l">
              <a:lnSpc>
                <a:spcPts val="5595"/>
              </a:lnSpc>
            </a:pPr>
          </a:p>
          <a:p>
            <a:pPr algn="l">
              <a:lnSpc>
                <a:spcPts val="559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OUR MISSION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890556" y="638299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52500"/>
            <a:ext cx="16230600" cy="106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  <a:spcBef>
                <a:spcPct val="0"/>
              </a:spcBef>
            </a:pPr>
            <a:r>
              <a:rPr lang="en-US" b="true" sz="3014" spc="68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LEAKSC</a:t>
            </a:r>
            <a:r>
              <a:rPr lang="en-US" b="true" sz="3014" spc="68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anner – Secure Innovation for the Modern Enterprise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214660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27065"/>
            <a:ext cx="7877184" cy="469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LeakScanner is an intelligent, configuration-based leak detection tool designed to help organizations identify exposed secrets, credentials, and proprietary code before they cause damage.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Whether used by startups or large enterprises, LeakScanner delivers accuracy, scalability, and full control ensuring data protection becomes a built-in part of innovation.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60287" y="2227065"/>
            <a:ext cx="7877184" cy="36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system offers per-tenant customization through JSON-based configurations, allowing companies to define their own keywords, patterns, and risk profiles. With support for AI-assisted validation and local-first privacy, LeakScanner bridges the gap between usability and security.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90556" y="638299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162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b="true" sz="3114" spc="70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PRODUCT #1 – LEAKSCANNER</a:t>
            </a:r>
          </a:p>
          <a:p>
            <a:pPr algn="l">
              <a:lnSpc>
                <a:spcPts val="4920"/>
              </a:lnSpc>
            </a:pPr>
          </a:p>
          <a:p>
            <a:pPr algn="l">
              <a:lnSpc>
                <a:spcPts val="366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689" y="2312790"/>
            <a:ext cx="7926948" cy="7105014"/>
            <a:chOff x="0" y="0"/>
            <a:chExt cx="10569263" cy="947335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85725"/>
              <a:ext cx="10502912" cy="76600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220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LeakScanner is an intelligent, configuration-based leak detection system built to identify exposed credentials, API keys, and proprietary code across public repositories like GitHub.</a:t>
              </a:r>
            </a:p>
            <a:p>
              <a:pPr algn="l">
                <a:lnSpc>
                  <a:spcPts val="3300"/>
                </a:lnSpc>
              </a:pPr>
              <a:r>
                <a:rPr lang="en-US" sz="220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product combines regex-based pattern recognition with optional AI validation (Google Gemini) to provide context-aware results and reduce false positives. Its per-tenant configuration structure allows organizations to define unique scanning profiles while maintaining full local data privacy.</a:t>
              </a:r>
            </a:p>
            <a:p>
              <a:pPr algn="l">
                <a:lnSpc>
                  <a:spcPts val="3300"/>
                </a:lnSpc>
              </a:pPr>
              <a:r>
                <a:rPr lang="en-US" sz="220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Designed for both enterprises and cybersecurity learners, LeakScanner delivers reliability, flexibility, and insight — helping teams detect leaks before they become threats.</a:t>
              </a:r>
            </a:p>
            <a:p>
              <a:pPr algn="l">
                <a:lnSpc>
                  <a:spcPts val="24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80704"/>
              <a:ext cx="10569263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Analytics-driven / Multi-tenant / AI-powered / Local-first / Scalable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22567" y="1028700"/>
            <a:ext cx="7773804" cy="5063759"/>
            <a:chOff x="0" y="0"/>
            <a:chExt cx="2364475" cy="15401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4475" cy="1540190"/>
            </a:xfrm>
            <a:custGeom>
              <a:avLst/>
              <a:gdLst/>
              <a:ahLst/>
              <a:cxnLst/>
              <a:rect r="r" b="b" t="t" l="l"/>
              <a:pathLst>
                <a:path h="1540190" w="2364475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364475" cy="1568764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33265" y="1402038"/>
            <a:ext cx="6552408" cy="4317083"/>
            <a:chOff x="0" y="0"/>
            <a:chExt cx="8736544" cy="5756111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2"/>
            <a:srcRect l="0" t="555" r="0" b="555"/>
            <a:stretch>
              <a:fillRect/>
            </a:stretch>
          </p:blipFill>
          <p:spPr>
            <a:xfrm flipH="false" flipV="false">
              <a:off x="0" y="0"/>
              <a:ext cx="8736544" cy="5756111"/>
            </a:xfrm>
            <a:prstGeom prst="rect">
              <a:avLst/>
            </a:prstGeom>
          </p:spPr>
        </p:pic>
      </p:grpSp>
      <p:sp>
        <p:nvSpPr>
          <p:cNvPr name="Freeform 12" id="12"/>
          <p:cNvSpPr/>
          <p:nvPr/>
        </p:nvSpPr>
        <p:spPr>
          <a:xfrm flipH="false" flipV="false" rot="0">
            <a:off x="12890556" y="638299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689" y="555810"/>
            <a:ext cx="16230600" cy="87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b="true" sz="2514" spc="9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PRODUCT #2</a:t>
            </a:r>
          </a:p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b="true" sz="2514" spc="9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FUTURE VERSION / COMMERCIAL EXPANSION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22022" y="176214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42157"/>
            <a:ext cx="15817237" cy="775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next phase of LeakScanner focuses on expanding beyond a local scanning tool into a cloud-integrated enterprise platform with centralized management and automation.</a:t>
            </a:r>
          </a:p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LeakScanner Enterprise will feature:</a:t>
            </a:r>
          </a:p>
          <a:p>
            <a:pPr algn="l" marL="561332" indent="-280666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Centralized Dashboard - Manage multi-tenant configurations and scan results from one secure web interface.</a:t>
            </a:r>
          </a:p>
          <a:p>
            <a:pPr algn="l" marL="561332" indent="-280666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Automated CI/CD Integration - Seamless plug-ins for GitHub Actions, Jenkins, and AWS Lambda for real-time leak prevention.</a:t>
            </a:r>
          </a:p>
          <a:p>
            <a:pPr algn="l" marL="561332" indent="-280666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AI-Assisted Threat Scoring - Intelligent triaging of leak severity using machine learning models trained on large vulnerability datasets.</a:t>
            </a:r>
          </a:p>
          <a:p>
            <a:pPr algn="l" marL="561332" indent="-280666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End-to-End Encryption - Ensures sensitive customer data and tokens remain private even in hosted deployments.</a:t>
            </a:r>
          </a:p>
          <a:p>
            <a:pPr algn="l" marL="561332" indent="-280666" lvl="1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Subscription Model (SaaS) - A commercial tier offering real-time monitoring, reporting, and support for enterprises.</a:t>
            </a:r>
          </a:p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This expansion bridges open-source accessibility with enterprise-grade reliability — paving the way for LeakScanner Cloud, a globally deployable secret detection ecosystem.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32619" y="-1144077"/>
            <a:ext cx="3955381" cy="3955381"/>
          </a:xfrm>
          <a:custGeom>
            <a:avLst/>
            <a:gdLst/>
            <a:ahLst/>
            <a:cxnLst/>
            <a:rect r="r" b="b" t="t" l="l"/>
            <a:pathLst>
              <a:path h="3955381" w="3955381">
                <a:moveTo>
                  <a:pt x="0" y="0"/>
                </a:moveTo>
                <a:lnTo>
                  <a:pt x="3955381" y="0"/>
                </a:lnTo>
                <a:lnTo>
                  <a:pt x="3955381" y="3955381"/>
                </a:lnTo>
                <a:lnTo>
                  <a:pt x="0" y="395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95" y="1528087"/>
            <a:ext cx="10635873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567296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SIZE OF MARKET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02505" y="2260635"/>
            <a:ext cx="11309601" cy="1130960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2197" y="4535268"/>
            <a:ext cx="9000196" cy="900019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60382" y="7254536"/>
            <a:ext cx="6583826" cy="65838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991928" y="5138727"/>
            <a:ext cx="5120733" cy="161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9"/>
              </a:lnSpc>
            </a:pPr>
            <a:r>
              <a:rPr lang="en-US" b="true" sz="853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1.3B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27792" y="8006126"/>
            <a:ext cx="5849007" cy="161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9"/>
              </a:lnSpc>
            </a:pPr>
            <a:r>
              <a:rPr lang="en-US" b="true" sz="853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310M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1928" y="2556681"/>
            <a:ext cx="5120733" cy="161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9"/>
              </a:lnSpc>
            </a:pPr>
            <a:r>
              <a:rPr lang="en-US" b="true" sz="853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4.8B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12905" y="653021"/>
            <a:ext cx="5146395" cy="9451016"/>
            <a:chOff x="0" y="0"/>
            <a:chExt cx="6861860" cy="1260135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TAM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43374"/>
              <a:ext cx="6861860" cy="2640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global Code Security and Secret Detection market is valued at approximately </a:t>
              </a: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$4.8 billion (2025)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This includes enterprises investing in software supply chain protection, DevSecOps, and data leak prevention.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875189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SAM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4685238"/>
              <a:ext cx="6861860" cy="3529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 estimated </a:t>
              </a: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$1.3 billion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of this market consists of companies actively integrating source code scanning, credential management, and repository monitoring tools.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These are primarily managed security service providers (MSSPs), large enterprises, and security-conscious SMEs.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706053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SOM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516101"/>
              <a:ext cx="6861860" cy="3085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LeakScanner focuses on the </a:t>
              </a:r>
              <a:r>
                <a:rPr lang="en-US" b="true" sz="18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$310 million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segment of small to mid-sized businesses, educational institutions, and developer teams seeking a cost-effective, local-first, and privacy-preserving leak detection tool that doesn’t rely on cloud uploads or subscriptions.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091671" y="-1302347"/>
            <a:ext cx="3440678" cy="3440678"/>
          </a:xfrm>
          <a:custGeom>
            <a:avLst/>
            <a:gdLst/>
            <a:ahLst/>
            <a:cxnLst/>
            <a:rect r="r" b="b" t="t" l="l"/>
            <a:pathLst>
              <a:path h="3440678" w="3440678">
                <a:moveTo>
                  <a:pt x="0" y="0"/>
                </a:moveTo>
                <a:lnTo>
                  <a:pt x="3440678" y="0"/>
                </a:lnTo>
                <a:lnTo>
                  <a:pt x="3440678" y="3440678"/>
                </a:lnTo>
                <a:lnTo>
                  <a:pt x="0" y="3440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1937382"/>
            <a:ext cx="15953207" cy="74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Existing tools such as Gitleaks, GitGuardian, and TruffleHog dominate the code-leak detection space, focusing mainly on large-scale, cloud-hosted scanning solutions.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LeakScanner differentiates itself by offering a local-first, multi-tenant, and configuration-driven architecture giving users full control over their data while maintaining flexibility for enterprise or academic use.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Unlike cloud platforms that store and analyze code remotely, LeakScanner allows organizations to scan repositories securely within their own environment. It also integrates optional AI-assisted verification to minimize false positives and prioritize findings based on severity.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Through this privacy-preserving, modular approach, LeakScanner bridges the gap between open-source simplicity and enterprise-grade security.</a:t>
            </a:r>
          </a:p>
          <a:p>
            <a:pPr algn="l">
              <a:lnSpc>
                <a:spcPts val="39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COMPETITIVE ANALYSIS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355962" y="6891338"/>
            <a:ext cx="4932038" cy="4932038"/>
          </a:xfrm>
          <a:custGeom>
            <a:avLst/>
            <a:gdLst/>
            <a:ahLst/>
            <a:cxnLst/>
            <a:rect r="r" b="b" t="t" l="l"/>
            <a:pathLst>
              <a:path h="4932038" w="4932038">
                <a:moveTo>
                  <a:pt x="0" y="0"/>
                </a:moveTo>
                <a:lnTo>
                  <a:pt x="4932038" y="0"/>
                </a:lnTo>
                <a:lnTo>
                  <a:pt x="4932038" y="4932039"/>
                </a:lnTo>
                <a:lnTo>
                  <a:pt x="0" y="4932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Tharupathi Bandaranayake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Cybersecurity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Undergraduate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10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November 2025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890556" y="638299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DAG4Ui6-KiY</dc:identifier>
  <dcterms:modified xsi:type="dcterms:W3CDTF">2011-08-01T06:04:30Z</dcterms:modified>
  <cp:revision>1</cp:revision>
  <dc:title>GitHub</dc:title>
</cp:coreProperties>
</file>